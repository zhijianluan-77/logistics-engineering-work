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2:42:0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2639 1 24575,'1'15'0,"0"-1"0,1 1 0,1-1 0,0 0 0,9 24 0,-5-17 0,12 67 0,-2 18 0,3-3 0,-16-60 0,-1 0 0,-5 54 0,0-19 0,2 345 0,-1-401 0,-7 36 0,5-36 0,-2 35 0,5 666 0,-1-703 0,-7 40 0,4-39 0,-1 37 0,4-28 0,0 0 0,-7 34 0,2-20 0,3 2 0,4 81 0,0-44 0,-1 393 0,-1-463 0,0 0 0,-6 24 0,4-23 0,0 0 0,0 18 0,2 187 0,2-103 0,-2-103 0,0 0 0,-6 24 0,4-23 0,0 0 0,0 18 0,-6 64 0,1 21 0,7-89 0,-7 41 0,3-41 0,1 41 0,4 248 0,-1-304 0,0 0 0,-6 24 0,4-23 0,0 0 0,0 18 0,2 411 0,2-215 0,-2-207 0,-7 37 0,5-36 0,-2 36 0,3-37 0,-5 36 0,3-35 0,-1 36 0,4-44 0,-1 0 0,-4 20 0,3-19 0,0 0 0,0 16 0,2 22 0,1-19 0,-1-1 0,-7 42 0,5-48 0,0 0 0,3 50 0,-1 20 0,-8-49 0,6-35 0,1 0 0,-2 20 0,3 316 0,2-169 0,-2-159 0,-7 38 0,5-37 0,-2 35 0,4-43 0,2 7 0,-2 0 0,0-1 0,-8 34 0,-9 51 0,15-86 0,0 0 0,2-1 0,1 32 0,0-31 0,0 1 0,-1 0 0,-4 21 0,-17 72 0,19-99 0,1-1 0,-1 18 0,3-22 0,0-1 0,-1 1 0,0-1 0,0 1 0,-1-1 0,0 0 0,-1 0 0,-7 15 0,-44 59 0,37-59 0,-1 12 0,15-29 0,0 1 0,0-1 0,-1 0 0,0 0 0,-6 7 0,5-7 0,-54 65 0,33-36 0,0-2 0,-34 33 0,27-25 0,27-33 0,0 0 0,0 0 0,-1-1 0,0 0 0,-10 9 0,12-12 0,1 0 0,-1 0 0,1 1 0,1-1 0,-1 1 0,1 0 0,-1 1 0,-2 5 0,3-5 0,0-1 0,0 1 0,0-1 0,-1 0 0,0 0 0,0 0 0,0-1 0,-7 6 0,-5 2 0,-26 27 0,29-25 0,-2-1 0,-19 15 0,-4 1 0,0 1 0,-48 52 0,57-56 0,-53 38 0,37-30 0,28-21 0,4-3 0,1 0 0,-23 12 0,27-17 0,0 0 0,0 0 0,1 1 0,-7 7 0,-15 12 0,-51 27 0,-9 6 0,76-49 0,-1-1 0,1 0 0,-27 10 0,-8 3 0,-38 26 0,44-29 0,34-15 0,1-1 0,0 2 0,0-1 0,0 1 0,-9 6 0,-9 8 0,0-1 0,-1-1 0,-42 20 0,-3 4 0,54-30 0,1 0 0,-1-1 0,-35 13 0,7-5 0,-77 41 0,116-56 0,-4 4 0,-1-1 0,0 0 0,0-1 0,-1 0 0,-22 5 0,11-4 0,1 1 0,0 1 0,1 1 0,-24 12 0,-27 10 0,49-21 0,12-4 0,0-1 0,-1-1 0,-18 4 0,76-9 0,58 2 0,-31 2 0,1532-2-1365,-1590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2:42:05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24575,'5'0'0,"0"1"0,0-1 0,0 1 0,0 0 0,-1 0 0,1 1 0,0-1 0,-1 1 0,1 0 0,4 4 0,40 30 0,-7-5 0,76 34 0,-69-40 0,-49-25 0,1 1 0,-1-1 0,0 1 0,1-1 0,-1 0 0,0 1 0,1-1 0,-1 1 0,0-1 0,0 1 0,1-1 0,-1 1 0,0-1 0,0 1 0,0-1 0,0 1 0,0-1 0,1 1 0,-1-1 0,0 1 0,0-1 0,0 1 0,-1-1 0,1 1 0,0 0 0,0-1 0,0 1 0,0-1 0,0 1 0,-1-1 0,1 1 0,0-1 0,0 0 0,-1 1 0,1-1 0,0 1 0,-1-1 0,1 1 0,0-1 0,-1 0 0,1 1 0,-1-1 0,1 0 0,-1 1 0,1-1 0,0 0 0,-1 0 0,1 0 0,-1 1 0,0-1 0,-26 13 0,16-10 0,0 1 0,0 0 0,0 0 0,1 2 0,0-1 0,0 1 0,1 1 0,-13 10 0,-8 5 0,14-10 0,0-1 0,-1-1 0,0-1 0,-33 13 0,48-21-42,-1 0 1,1 0-1,0 1 0,0-1 0,-1 1 0,1-1 0,0 1 1,1-1-1,-1 1 0,0 0 0,0 0 0,1 0 1,-1 0-1,1 0 0,-2 4 0,0-1-654,-3 4-6130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2:43:10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6656 24575,'40'0'0,"21"1"0,0-3 0,99-15 0,236-81 0,-258 49-298,219-110-1,-306 132 299,0-1 0,-2-2 0,88-73 0,-94 66 0,-20 19 0,0-1 0,-2-1 0,0-1 0,-2-1 0,25-35 0,-11 7 86,-16 26 51,-1-1 1,14-28-1,-16 24-47,-7 15-88,0-1 0,-1 1-1,-1-1 1,6-26 0,13-64-2,3-27 0,-24 113 0,3-23 0,2-73 0,-7 18 0,-3-78 0,-1 150 0,-11-42 0,-3-15 0,11 47 0,-2-1 0,-14-39 0,-10-48 0,19 56 0,6 36 0,1 0 0,-3-63 0,6 45 0,-2 1 0,-17-74 0,3 19 0,-5-1 0,16 74 0,1 0 0,1-1 0,-2-34 0,4 17 0,-16-79 0,11 85 0,-9-46 0,-10-58 0,7 38 0,15 78 0,1 5 0,2-1 0,-2-33 0,3 27 0,-2-1 0,-1 1 0,-11-36 0,-1-13 0,3 5 0,-12-69 0,20 101 0,1 14 0,-2-57 0,6 59 0,-7-37 0,4 36 0,-1-37 0,6-666 0,0 715 0,1 1 0,4-22 0,-3 20 0,3-29 0,3-27 0,-6 52 0,2-36 0,4-44 0,-1 0 0,-7 81 0,7-35 0,-5 35 0,2-35 0,-3 27 0,0 0 0,2 0 0,1 1 0,11-36 0,46-107 0,-59 161 0,0-1 0,0 1 0,-1-1 0,1-13 0,-2 13 0,1-1 0,0 1 0,6-20 0,27-68 0,-23 61 0,1 0 0,2 1 0,30-55 0,-24 44-1365,-17 39-5461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2:43:10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0 24575,'-14'1'0,"-1"1"0,1 0 0,-1 1 0,1 1 0,0 0 0,0 1 0,0 0 0,1 1 0,0 1 0,-14 9 0,18-12 0,0-1 0,0 0 0,0 0 0,-1-1 0,1 0 0,-1-1 0,-11 1 0,-16 2 0,14-1 0,0 0 0,-27-2 0,50-1 18,0 0-1,9-1-1417,2 1-5426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2:43:11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24575,'1'9'0,"1"0"0,0 0 0,0 0 0,1-1 0,0 1 0,0-1 0,9 14 0,4 14 0,4 14 0,49 86 0,-21-36 0,-5-9 0,-12-30 0,-22-42 0,0-1 0,1 1 0,1-2 0,0 1 0,21 22 0,-26-33-341,-1-1 0,0 1-1,6 12 1,-6-9-6485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0.png"/><Relationship Id="rId18" Type="http://schemas.openxmlformats.org/officeDocument/2006/relationships/customXml" Target="../ink/ink5.xml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490.png"/><Relationship Id="rId17" Type="http://schemas.openxmlformats.org/officeDocument/2006/relationships/image" Target="../media/image152.png"/><Relationship Id="rId2" Type="http://schemas.openxmlformats.org/officeDocument/2006/relationships/image" Target="../media/image143.png"/><Relationship Id="rId16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customXml" Target="../ink/ink2.xml"/><Relationship Id="rId5" Type="http://schemas.openxmlformats.org/officeDocument/2006/relationships/image" Target="../media/image146.png"/><Relationship Id="rId15" Type="http://schemas.openxmlformats.org/officeDocument/2006/relationships/image" Target="../media/image151.png"/><Relationship Id="rId10" Type="http://schemas.openxmlformats.org/officeDocument/2006/relationships/image" Target="../media/image1480.png"/><Relationship Id="rId19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customXml" Target="../ink/ink1.xml"/><Relationship Id="rId14" Type="http://schemas.openxmlformats.org/officeDocument/2006/relationships/customXml" Target="../ink/ink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2" Type="http://schemas.openxmlformats.org/officeDocument/2006/relationships/image" Target="../media/image155.png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4128EC-7A3D-6683-29B9-679EAAECE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173"/>
          <a:stretch>
            <a:fillRect/>
          </a:stretch>
        </p:blipFill>
        <p:spPr>
          <a:xfrm>
            <a:off x="0" y="0"/>
            <a:ext cx="4261069" cy="1203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A148BC6-8771-D8BA-A7E3-D9E125F9F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11" y="0"/>
            <a:ext cx="3454578" cy="24639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40950B-E45F-7522-4803-BADB2DA33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89" y="79379"/>
            <a:ext cx="4572235" cy="2743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61682B-D49D-39E9-A728-3515B54EE8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68" r="46824"/>
          <a:stretch>
            <a:fillRect/>
          </a:stretch>
        </p:blipFill>
        <p:spPr>
          <a:xfrm>
            <a:off x="1" y="1504334"/>
            <a:ext cx="2194560" cy="25780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849B902-4994-A36A-35EE-01F3C4B24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1" y="2222054"/>
            <a:ext cx="4426177" cy="23178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507BFC4-8796-33F5-3246-FF0196FFB2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4600" y="4784619"/>
            <a:ext cx="3626036" cy="19940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85C93EF-8596-B483-7D3C-DBF5DA941E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838" y="5000530"/>
            <a:ext cx="3943553" cy="17780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05C5853-793C-AF57-10CE-6330B06117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742573"/>
            <a:ext cx="3981655" cy="20194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390B00-CB33-6A3F-4580-0B2CC50290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636" y="2975451"/>
            <a:ext cx="2935959" cy="18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98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F00F-8BDA-F0DD-42A7-D71C6803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C2DAB5-63B8-3B91-5C70-25B14E83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9" y="0"/>
            <a:ext cx="3346622" cy="8382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48B90E4-1407-7C76-B922-6D225966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11" y="50740"/>
            <a:ext cx="3835597" cy="23369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CF3C758-ECC8-0585-EE66-74EE03A70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08" y="50740"/>
            <a:ext cx="3651438" cy="13780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7B6DA2E-7B8A-983D-96A1-01CA6351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908" y="1428761"/>
            <a:ext cx="3549832" cy="132086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78F1CF2-950A-D367-B82C-13BC4ADE0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9" y="952487"/>
            <a:ext cx="3441877" cy="17971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010449F-9EF1-CC9F-964B-878A6B6A6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9" y="2730579"/>
            <a:ext cx="1263715" cy="8382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12FD591-7D3E-2643-0FEA-84587DCE0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5747" y="2387660"/>
            <a:ext cx="2987976" cy="21020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4F5CA08-77E4-2BA2-6A72-650A2F4A84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723" y="2749629"/>
            <a:ext cx="3279838" cy="27146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E17481-66A7-3F66-7ABF-78D19BB155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4245" y="2806782"/>
            <a:ext cx="3092609" cy="182889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20FA784-BAC1-48F2-ADE3-ECB240A40E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89" y="3568822"/>
            <a:ext cx="2508677" cy="248907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9EFCD89-8AD0-3331-E829-D8C841AAB6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9705" y="2241604"/>
            <a:ext cx="685835" cy="4826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90AB664-9CE2-A41F-E568-7DAA44E47C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5747" y="4438996"/>
            <a:ext cx="2440153" cy="25231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6492D74-2604-1194-955D-1FDAEA6802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3039" y="5277820"/>
            <a:ext cx="2987976" cy="16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0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D438-6012-7FB0-F433-7CF59A1D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13CEA4-84CA-A8C8-FE69-6C99FBEF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3" y="76155"/>
            <a:ext cx="3956253" cy="17272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DF8C65-9452-B907-5DEC-EC3029EA6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2019"/>
            <a:ext cx="4026107" cy="12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9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8E27-7B24-5D95-26DE-0D48C7FC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882D194-9D92-27A7-5EAA-659D5EBC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38"/>
            <a:ext cx="4146763" cy="24131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4BB79C1-7356-520B-9559-D93408B02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63" y="0"/>
            <a:ext cx="3403775" cy="28322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8CC3C23-978F-597A-FFF5-926CB9F1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38" y="155583"/>
            <a:ext cx="3899100" cy="25210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1386A80-A959-295E-0417-E6A792632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" y="2413062"/>
            <a:ext cx="3658558" cy="24827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3112831-D193-6C08-6094-9A958F235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95850"/>
            <a:ext cx="4623038" cy="14097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2A62F5-84AB-6B88-FF45-AADB57FB1D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389" y="2900252"/>
            <a:ext cx="3722565" cy="2567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BE5977-1CD1-097B-E528-549C69B682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8964" y="2832246"/>
            <a:ext cx="4445228" cy="306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EA09-E6D2-F120-E287-6A0681EF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5808C56-9DA6-5D8E-26C3-6FED1048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1" y="82482"/>
            <a:ext cx="4426177" cy="26544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7F32B03-44EC-6D3C-48E8-DB7FECF3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288" y="0"/>
            <a:ext cx="4076910" cy="263538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51D98E5-5CCD-58AD-46D0-36630FA7C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495" y="82482"/>
            <a:ext cx="3391568" cy="248610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69F23C4-B5B0-D836-B510-6A30E3FCA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62041"/>
            <a:ext cx="5677192" cy="146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3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B507-E767-B341-010E-A3362640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A8BFE43-4404-0AE4-F7B3-2E9166BEB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12" y="4330681"/>
            <a:ext cx="4388076" cy="72393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0C20727-5BC8-1D0E-E2D6-3A0C27CA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59" y="126963"/>
            <a:ext cx="3543482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0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5513-300B-3457-665A-147820B1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596A28-95DE-0970-D780-F11149EE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2" y="53916"/>
            <a:ext cx="4400776" cy="229246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E02545-689B-0285-BCDB-2B840AD2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238" y="53916"/>
            <a:ext cx="4159464" cy="19368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8B1229A-ED98-188C-96D7-1C9457E08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62" y="2435147"/>
            <a:ext cx="4324572" cy="30418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A582B90-EC19-EBDC-76F0-6D5D011F2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92" y="2073220"/>
            <a:ext cx="4191215" cy="21273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EB2FB8-63F5-2FEF-A1C5-A31033ED6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169" y="145986"/>
            <a:ext cx="2178162" cy="24766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879458-ADB2-A8E0-765E-3B93E1AB24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748" y="4584583"/>
            <a:ext cx="2819545" cy="22734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0999ED-A161-F1A7-E51B-DB8B951811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064" y="4340244"/>
            <a:ext cx="3287870" cy="22734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F5C390-9E68-4222-D7F0-643F4F9BD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3155" y="3552734"/>
            <a:ext cx="3468707" cy="23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0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97B7-1594-B07C-A6EA-ED368AA3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1BD448B-B4D5-25DA-8316-1F24AA1D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4279" cy="9207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29D3913-A2A7-E5CD-F620-F7B2A7F5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797"/>
            <a:ext cx="2787793" cy="279414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239CBFD-344D-E0F1-B838-0E2306FB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313" y="997194"/>
            <a:ext cx="4337273" cy="12827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475D4B-8031-177E-C5CA-67E74E8BA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345" y="2231979"/>
            <a:ext cx="4076910" cy="17717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D12389-554C-E88C-B38A-D8981D7BA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684" y="59233"/>
            <a:ext cx="3468707" cy="172312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A84F881-B336-02CA-13D3-03662172DA32}"/>
              </a:ext>
            </a:extLst>
          </p:cNvPr>
          <p:cNvCxnSpPr/>
          <p:nvPr/>
        </p:nvCxnSpPr>
        <p:spPr>
          <a:xfrm flipH="1">
            <a:off x="4464279" y="368300"/>
            <a:ext cx="3771671" cy="39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7CEB046C-EFD4-B773-15A6-AADFB684F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586" y="1709313"/>
            <a:ext cx="4292821" cy="8826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3972D2-85FD-5B4C-15DD-A45D4B9B59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962835"/>
            <a:ext cx="3359323" cy="1320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321317-2975-44B9-915F-F391DD0A8E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2953" y="4003720"/>
            <a:ext cx="4292821" cy="28004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3531AD-9B55-5E4A-B0CD-A37D3AE69E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279" y="4228615"/>
            <a:ext cx="2209914" cy="18479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BB0E65-0F32-4E95-D8F2-07B7E22467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81" y="5531597"/>
            <a:ext cx="4159464" cy="6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1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4361-15F2-706E-63CC-A98E2ACA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56D63A-4F3A-A402-7A8A-D5B55E51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18" y="225387"/>
            <a:ext cx="4146763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30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3C23-D55B-C71B-52AB-510A956C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22DEA7-13B5-53CB-A119-78921915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19"/>
            <a:ext cx="3391074" cy="21527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515FAE6-D739-5398-D27A-6E417F5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74" y="276177"/>
            <a:ext cx="3257717" cy="18606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B75E115-688B-1E93-9FC1-3EC5F910F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547" y="168218"/>
            <a:ext cx="2044805" cy="22035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2AF982-413E-6307-0C16-92C26B87A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879" y="136470"/>
            <a:ext cx="2355971" cy="21400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5FBFE4-7F63-3C24-0F92-72FB270AD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71781"/>
            <a:ext cx="4369025" cy="17653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67501A-4481-D5F3-6B17-0E7E1D783F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8" y="2359081"/>
            <a:ext cx="1809843" cy="11811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C8370F-6E17-66C6-7285-F020EB740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874" y="2400473"/>
            <a:ext cx="1987652" cy="11176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17C367-6ACB-E19D-49E0-B04FEB136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396" y="2371781"/>
            <a:ext cx="3120647" cy="16826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742F36E-43C0-E38E-0CAA-56FC4BB487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137172"/>
            <a:ext cx="4102311" cy="9843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9FB290-5BD6-8CFC-597A-CCA20959B8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978" y="3614079"/>
            <a:ext cx="3997492" cy="24877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23287AE-9172-121D-D61F-E467A38CB7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1879" y="4067317"/>
            <a:ext cx="2923562" cy="24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0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D886-6001-E667-ADF3-CFBCD21B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9EF791-B745-8A03-BD25-4D55ABC47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7" y="19050"/>
            <a:ext cx="4197566" cy="22099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A23F2B6-A434-FFBB-BFD7-8D359A986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65" y="19050"/>
            <a:ext cx="4286470" cy="27306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04A996C-21AA-F332-064C-893C5B581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960" y="95245"/>
            <a:ext cx="3508490" cy="9505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986EBC-F0A4-A363-595C-343AF63DE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16" y="2267064"/>
            <a:ext cx="4235668" cy="25020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ED54C04-7CDA-20BD-739A-55F896ECB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787" y="2866947"/>
            <a:ext cx="2681948" cy="23845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F4B303-CE49-A293-CC2D-6A592E68A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114" y="1660574"/>
            <a:ext cx="3692573" cy="212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3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622C-1FC0-A849-C01C-B2ED0D48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33A25C4-9DEA-AE6C-185A-516E3D0B2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83017" cy="27329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EA25B94-87A0-850A-0032-7A03A8D7C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193" y="228670"/>
            <a:ext cx="4840615" cy="140963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F6F6710-A6D6-EC5B-E7FA-93063688B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80" y="3235277"/>
            <a:ext cx="3822769" cy="259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8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A2DA-4A6F-F2BE-5B08-CF06300E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51B8D19-268B-3BAC-33C1-6930A6C4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58000" cy="79379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70D4F5-3355-966E-121E-3193B0A06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2" y="793791"/>
            <a:ext cx="4080253" cy="21970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0AF58E-1E42-02C0-A269-3EFC29450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000" y="69779"/>
            <a:ext cx="5080261" cy="27687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9F96E4-C1EF-5B08-F831-D95EBDFDB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5" y="2990850"/>
            <a:ext cx="4667490" cy="24702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4FE8ED6-2048-57C3-ED04-FA8D63EF6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678" y="2933574"/>
            <a:ext cx="4946904" cy="10859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F2DA7F-06BD-EBBC-D9B0-C668CA311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898" y="4114533"/>
            <a:ext cx="5118363" cy="164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0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7D23-384F-FD90-30C3-D020D1AA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551E95-775A-4D2F-767A-F392CC089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9" y="142805"/>
            <a:ext cx="5461281" cy="27115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0637CFC-86FE-D79D-2CA8-61A1FF53C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440" y="0"/>
            <a:ext cx="5073911" cy="26607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BBB82C-A780-E6A9-BDBC-99A5EDF9E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7" y="2768832"/>
            <a:ext cx="4965841" cy="28538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8C448F-7011-BEAE-9C77-179AABAC7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755" y="2854394"/>
            <a:ext cx="5651790" cy="30608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E7675E-28A8-53FC-806E-DE6EA79C3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37132"/>
            <a:ext cx="5359675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41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329C9-4945-6B4D-60DF-9EEA4E4E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9528FA9-66DB-D5D8-70F8-3EF29232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76" y="257114"/>
            <a:ext cx="3854648" cy="235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2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FEE0-3F4F-C6AB-E33D-434F4F54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E4D229-65B8-5A24-986B-A493F0D66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3103" cy="24893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3597CE-4F39-381D-173B-994078E4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644" y="47559"/>
            <a:ext cx="5073911" cy="25464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73775DF-C322-577F-6B65-A145D006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89109"/>
            <a:ext cx="5099312" cy="25464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B1592C-E889-CAE9-3128-2E6C63B19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97" y="2587690"/>
            <a:ext cx="4959605" cy="476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0158FA-D0A0-26A3-5AF8-782FD912A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993" y="3063964"/>
            <a:ext cx="3759393" cy="15939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38670F-F35D-CD36-E6DE-DC6ADF57C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067" y="3102830"/>
            <a:ext cx="2768708" cy="20345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DD9FEB-342E-FD64-7FE4-CDFE7207F2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21" y="4657896"/>
            <a:ext cx="4766430" cy="232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88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2C37-7250-DC71-9A71-83DC925D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ECA7FB4-C1AF-7FD6-8310-00B2FF793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75093" cy="22797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3FF0CDF-E8F4-BDEB-D5A7-B2AE12C4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93" y="0"/>
            <a:ext cx="2889398" cy="20829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D53F47-5B98-87D3-40EE-0518EC8C9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135" y="0"/>
            <a:ext cx="2908449" cy="19876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434CE96-6CB6-FD5C-F839-0ECF28FA8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287" y="2082907"/>
            <a:ext cx="5378726" cy="17463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B94E6C-76C4-3C1C-8BF9-7A38E51F3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287" y="3787618"/>
            <a:ext cx="5308873" cy="21654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1955B4-1B1B-5D08-80D7-A7A77C594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2818" y="82478"/>
            <a:ext cx="2559182" cy="28068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B5F0D7-5CD1-2BDC-671E-69BF067CA2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60" y="2789106"/>
            <a:ext cx="3994689" cy="23591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6F149A-F21D-2A8C-A6DB-C076347E16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2481" y="4996385"/>
            <a:ext cx="1969519" cy="171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57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7232-B6AD-2FF5-3CE4-1F1189F3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CBFF71-D3BD-F5A1-53AE-B6D35D50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7485" cy="210830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860B19A-DA5D-075D-93FE-5429FE46A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201" y="88900"/>
            <a:ext cx="3324182" cy="19431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9571DE5-3DC5-CE34-3CCC-E182682EC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6" y="2266901"/>
            <a:ext cx="1911448" cy="19050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8F7F73-EB93-F7C4-5F1D-6DAD3CDCD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119" y="2266901"/>
            <a:ext cx="5080261" cy="11113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B608C6-22DF-AAF5-A2AA-8E3896B88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440" y="3479793"/>
            <a:ext cx="5213618" cy="27179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9CB7CE-47CF-C4CF-16BC-53058A241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741" y="209511"/>
            <a:ext cx="3086259" cy="15113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846741-3DCC-AA89-0F36-E96B6189F6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0210" y="1831903"/>
            <a:ext cx="3187864" cy="9906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8A16B2-4E09-EDD8-EE82-19B2211BBD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4770" y="2811481"/>
            <a:ext cx="3987701" cy="20843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9949A6-8993-ABA3-BB5C-7D3EDC601A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380" y="5042899"/>
            <a:ext cx="4441959" cy="1665057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D400FFC-C792-8F99-C500-8687FC8F0C83}"/>
              </a:ext>
            </a:extLst>
          </p:cNvPr>
          <p:cNvCxnSpPr/>
          <p:nvPr/>
        </p:nvCxnSpPr>
        <p:spPr>
          <a:xfrm>
            <a:off x="9264650" y="4679950"/>
            <a:ext cx="82550" cy="27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987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12ED-94FC-76CC-3711-674566F4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654846-F5DF-4BB9-AFDD-27C6458F0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1" y="111062"/>
            <a:ext cx="5200917" cy="24321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18BE105-2EFB-50EE-91C3-8A2900A5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432" y="-57150"/>
            <a:ext cx="5194567" cy="23369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9B50FC-9DD2-2994-9F37-297D197C6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433" y="2184332"/>
            <a:ext cx="5194567" cy="26544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58103BB-8147-E035-6F43-2266DF324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256" y="4730641"/>
            <a:ext cx="5200917" cy="21273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885E92-C494-9592-03BE-7F6DDAC1D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" y="3679774"/>
            <a:ext cx="4343623" cy="19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48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6294-C7EC-1148-AD34-6BA08169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2A05B32-69DF-AD0F-8572-024178F76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3916" cy="2203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345FB7-D884-72CA-261F-6CEB0C662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742" y="0"/>
            <a:ext cx="5150115" cy="27941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345D48-CB09-9514-169F-790469F8E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9" y="2794144"/>
            <a:ext cx="5264421" cy="28131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5F4599-20F9-C295-53B8-FC805BF23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479" y="82223"/>
            <a:ext cx="2622685" cy="3111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1C7C7F4-8ABD-DDE1-1C3A-ED0DF86BA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671" y="393389"/>
            <a:ext cx="2714493" cy="2350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BAC8E45-B135-FEA8-1551-2C4EAFD62A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661" y="2744387"/>
            <a:ext cx="4991428" cy="23509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601149-0796-7399-F8DF-95A4A55B9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47" y="5657096"/>
            <a:ext cx="5384953" cy="9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31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CF67-84B7-5033-3166-55399ADE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829E72-484A-E0F1-B5A8-909044518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394" y="0"/>
            <a:ext cx="4978007" cy="224877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E646C6D-429D-3AE1-0CB9-D002C9667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613" y="0"/>
            <a:ext cx="4789653" cy="206200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32BC016-6AAE-1080-270A-2F29743D7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7" y="2248771"/>
            <a:ext cx="3927511" cy="17095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7ED39F-277E-6B29-6EE7-3908B98C0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407" y="2172364"/>
            <a:ext cx="5080279" cy="2259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510A0E-ED2A-204D-1B94-D8AA222D1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7" y="3958345"/>
            <a:ext cx="3805857" cy="23069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E1DF80-7D12-E706-16DD-1882A3FDD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9898" y="4421135"/>
            <a:ext cx="4572768" cy="242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0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E87F9-1A87-4D11-2FF8-69018B4F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1450783-6157-11DA-0DAA-F7C66F38A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0" y="0"/>
            <a:ext cx="5607338" cy="307990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9B7E7E7-AB9A-71A9-0EAD-8489E9E5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" y="2958901"/>
            <a:ext cx="5613689" cy="8191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B14D36-CD4F-08A5-1D03-503FF25EA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74" y="1"/>
            <a:ext cx="4053874" cy="4635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E72173D-81E7-04F1-91ED-75F55C3B8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774" y="396702"/>
            <a:ext cx="4815592" cy="4097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E0BC5E-1BF0-2DA1-AF58-46B6A22A4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" y="3691826"/>
            <a:ext cx="5429529" cy="1524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E64C27-A1EA-33ED-E2F9-E878B5E3AE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9" y="5215904"/>
            <a:ext cx="5086611" cy="5334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52FC21-0B32-14C7-C49F-673DD9343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35523"/>
            <a:ext cx="3111660" cy="11430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A94CECB-A22E-7639-6CEC-857C5DB411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4060" y="6127711"/>
            <a:ext cx="5391427" cy="7302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137A6C8-640D-9442-A924-64F749FA4D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5597" y="4652441"/>
            <a:ext cx="3811537" cy="16465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910860-7BEC-0579-FD19-779AA42A98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5604" y="860252"/>
            <a:ext cx="3500914" cy="15971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D457172-F518-DFF6-8222-A587467B8A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1759" y="2457401"/>
            <a:ext cx="3750194" cy="164654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DD28424-3B7A-D26C-890A-79ABDA66F4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229" y="3691826"/>
            <a:ext cx="3380702" cy="147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84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B37F-095C-D426-69D2-C26D49A1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CF8847-52F8-D776-B11D-892FFEFE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59525" cy="15877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75D9852-EE6F-F50C-32A1-16741B249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87705"/>
            <a:ext cx="3352739" cy="18920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40DED5C-7C51-F08A-D11E-B9AFBF289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584" y="0"/>
            <a:ext cx="4819575" cy="4739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AEBD302-A2A4-DAF2-22E6-FA2956B4C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525" y="451292"/>
            <a:ext cx="4553366" cy="20332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A4C387-D290-97E3-5287-0C8EFE33A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790" y="2448001"/>
            <a:ext cx="4429006" cy="21596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2C74B6-6B97-8618-7E2D-C57CAFC3E6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5" y="3479800"/>
            <a:ext cx="4070619" cy="20305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D5833A-FA3F-ECE3-CB63-24A6BF9CA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4170" y="4495082"/>
            <a:ext cx="4429007" cy="2309668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761E9013-3963-0179-128B-6EBD5FE9B910}"/>
              </a:ext>
            </a:extLst>
          </p:cNvPr>
          <p:cNvGrpSpPr/>
          <p:nvPr/>
        </p:nvGrpSpPr>
        <p:grpSpPr>
          <a:xfrm>
            <a:off x="3539210" y="1428350"/>
            <a:ext cx="983160" cy="3393720"/>
            <a:chOff x="3539210" y="1428350"/>
            <a:chExt cx="983160" cy="339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2D7EB11A-1B53-63BF-D73D-A5E57782A32C}"/>
                    </a:ext>
                  </a:extLst>
                </p14:cNvPr>
                <p14:cNvContentPartPr/>
                <p14:nvPr/>
              </p14:nvContentPartPr>
              <p14:xfrm>
                <a:off x="3539210" y="1428350"/>
                <a:ext cx="983160" cy="33282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2D7EB11A-1B53-63BF-D73D-A5E57782A3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33090" y="1422230"/>
                  <a:ext cx="995400" cy="33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1724C62-07BF-F01D-C9B4-8C84729FA509}"/>
                    </a:ext>
                  </a:extLst>
                </p14:cNvPr>
                <p14:cNvContentPartPr/>
                <p14:nvPr/>
              </p14:nvContentPartPr>
              <p14:xfrm>
                <a:off x="4104770" y="4679510"/>
                <a:ext cx="118800" cy="1425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51724C62-07BF-F01D-C9B4-8C84729FA50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98650" y="4673390"/>
                  <a:ext cx="131040" cy="154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0C7D0EFC-6D5B-9854-3EC3-5AEC4F0070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6974" y="491908"/>
            <a:ext cx="3622856" cy="1853359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CDBE6786-C2C2-6F3F-E21F-EA3932F65AB1}"/>
              </a:ext>
            </a:extLst>
          </p:cNvPr>
          <p:cNvGrpSpPr/>
          <p:nvPr/>
        </p:nvGrpSpPr>
        <p:grpSpPr>
          <a:xfrm>
            <a:off x="8168062" y="2270721"/>
            <a:ext cx="796320" cy="2400120"/>
            <a:chOff x="8168062" y="2270721"/>
            <a:chExt cx="796320" cy="240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1144AC87-4A38-B151-D640-1C37198680C6}"/>
                    </a:ext>
                  </a:extLst>
                </p14:cNvPr>
                <p14:cNvContentPartPr/>
                <p14:nvPr/>
              </p14:nvContentPartPr>
              <p14:xfrm>
                <a:off x="8168062" y="2273961"/>
                <a:ext cx="687960" cy="23968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1144AC87-4A38-B151-D640-1C37198680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61942" y="2267841"/>
                  <a:ext cx="700200" cy="24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C6DEA62-D8A5-79F7-D1A6-C73DE2F6A76A}"/>
                    </a:ext>
                  </a:extLst>
                </p14:cNvPr>
                <p14:cNvContentPartPr/>
                <p14:nvPr/>
              </p14:nvContentPartPr>
              <p14:xfrm>
                <a:off x="8667382" y="2270721"/>
                <a:ext cx="139320" cy="3132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C6DEA62-D8A5-79F7-D1A6-C73DE2F6A7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61262" y="2264601"/>
                  <a:ext cx="151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36E35075-5DDC-32F2-A926-0F033181014B}"/>
                    </a:ext>
                  </a:extLst>
                </p14:cNvPr>
                <p14:cNvContentPartPr/>
                <p14:nvPr/>
              </p14:nvContentPartPr>
              <p14:xfrm>
                <a:off x="8830822" y="2289081"/>
                <a:ext cx="133560" cy="26532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36E35075-5DDC-32F2-A926-0F033181014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24702" y="2282961"/>
                  <a:ext cx="145800" cy="27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6238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AD05-FE30-317F-E2F1-D98E7333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380473F-D190-DE76-1A8B-8DF77775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8" y="102267"/>
            <a:ext cx="4007056" cy="222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2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0617-CEA6-33E8-3A61-3889232F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D12D5AD-DF15-C534-A449-DF6A774F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337538" cy="16211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08D7750-56A8-498F-9FE2-232F6BE2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5586"/>
            <a:ext cx="4337539" cy="21578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E6A219A-ECBA-BE1C-321A-F1F5A65F0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539" y="0"/>
            <a:ext cx="4337538" cy="7620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B081AC-947A-ACA9-314B-D57B7ABF5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644" y="810551"/>
            <a:ext cx="4533701" cy="8763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5A72C2-4F8A-C131-6D4D-DF2EC4B86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540" y="1607293"/>
            <a:ext cx="4533702" cy="5397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FAB453-A2AE-3D28-684C-1DC73246E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7539" y="2179714"/>
            <a:ext cx="4754187" cy="16211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A19F63-8D28-5135-3D79-D802911499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1726" y="0"/>
            <a:ext cx="2806844" cy="25718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0A8BC2-7A98-275B-DAA8-EBB58CE4DE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887942"/>
            <a:ext cx="3505380" cy="13335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C1968D-570D-71CA-1FD2-99C20B2264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21510"/>
            <a:ext cx="2495678" cy="16364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EA00774-56C6-7BC9-4834-08AB0A8BA1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6037" y="3876802"/>
            <a:ext cx="4920164" cy="4826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8089502-D5CF-9334-7901-8A8E0C2490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8184" y="4435415"/>
            <a:ext cx="4920164" cy="8699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E499D66-DCDC-36C0-F941-D1CCF201AA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7772" y="5381398"/>
            <a:ext cx="2800494" cy="14478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EEC9FCF-9596-FE45-210D-01C657C6F8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0265" y="5565557"/>
            <a:ext cx="3949903" cy="107955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DC4CCB-D694-9F05-1788-6EB2A8EE5C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7152" y="3564746"/>
            <a:ext cx="3447090" cy="18922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08D2E24-36AD-D6D2-E43A-FBD1F61CCB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1604" y="2832029"/>
            <a:ext cx="2275792" cy="514376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AF45CE6-7634-D6D2-757C-953D8E8C4479}"/>
              </a:ext>
            </a:extLst>
          </p:cNvPr>
          <p:cNvCxnSpPr>
            <a:cxnSpLocks/>
          </p:cNvCxnSpPr>
          <p:nvPr/>
        </p:nvCxnSpPr>
        <p:spPr>
          <a:xfrm flipV="1">
            <a:off x="8198915" y="3346405"/>
            <a:ext cx="1030396" cy="1208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91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1616-9813-AA2B-EDDF-DEA1957C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A0CF6B8-D2CA-548B-7B8B-B037DFBD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7671"/>
            <a:ext cx="2957992" cy="116211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081A72E-6832-DCBF-FFDC-FE4621DED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993" y="-7671"/>
            <a:ext cx="4424713" cy="13970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C317111-7F69-D252-6CC1-DDFB6556C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906" y="43131"/>
            <a:ext cx="4648427" cy="10605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F1B8EF-C730-0E16-696D-5BF570F0C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54439"/>
            <a:ext cx="1739989" cy="24702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28B02F-941F-B65A-67A5-A03F37186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902" y="1154439"/>
            <a:ext cx="5740695" cy="31497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144F87-A956-85E8-A232-49C4AB70C5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510" y="1301684"/>
            <a:ext cx="4156217" cy="25401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45D7B4-01A7-F026-86BE-06B47BCDC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37" y="4627180"/>
            <a:ext cx="3511730" cy="21527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AEA00D-831B-3FE5-6025-217EB53594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3897" y="4365066"/>
            <a:ext cx="2006703" cy="24148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05C8095-0642-DAD4-CFCF-36ECD6E766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2160" y="4339129"/>
            <a:ext cx="3543482" cy="24757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0886FE-6AC9-26D9-482C-0281522D42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7202" y="4453300"/>
            <a:ext cx="1193861" cy="134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63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71B3-66B5-7C2E-B000-D9C7A165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0771B5-6FA4-6EFE-0D73-BBA93CACE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844190" cy="35178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F2ECAE6-DF46-A7A6-A21E-E8D599E19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27" y="1168324"/>
            <a:ext cx="4049324" cy="7747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C17E580-65F7-FD56-9328-7DDECAD9F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27" y="2654224"/>
            <a:ext cx="4049324" cy="8636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3712B23-C68B-8C70-3A01-85EF46F94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27" y="3365348"/>
            <a:ext cx="4049324" cy="1525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1700F2-69DC-F477-5DBE-879792EE6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51" y="0"/>
            <a:ext cx="4819898" cy="18987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586CF0-C4B0-2088-D88C-C9D2E34EA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377" y="1657285"/>
            <a:ext cx="4197566" cy="25147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F02C3B-34EE-384C-94C4-2E438194D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798" y="4172014"/>
            <a:ext cx="3975304" cy="24004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C92656-AC14-B86B-BAD3-763B99A74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1030" y="4260743"/>
            <a:ext cx="3702240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34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93D9-BC82-F5F7-F081-626C3905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D75972-B304-299A-86A2-55760F5F5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5036" y="-193638"/>
            <a:ext cx="5315223" cy="266713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529E007-7829-C391-E81D-893FDE7B9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875" y="169456"/>
            <a:ext cx="6777145" cy="460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53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F4D-6C66-ADDA-C806-9A5358B0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9A56D1E-5D45-9C52-5B2D-6AC5206B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7202" cy="647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189FEB-945F-ADB0-50D2-EDC7BAF71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33"/>
            <a:ext cx="2603634" cy="2241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023DC6-28D7-E164-FEF4-284E03D12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471" y="50496"/>
            <a:ext cx="4946904" cy="22670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A7EA2D-956E-F237-FFAA-517AD5413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89398"/>
            <a:ext cx="1778091" cy="2235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DA42B1C-CE1D-3D48-927C-4527CE4ED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91" y="2902099"/>
            <a:ext cx="1917799" cy="22226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8761F7-DEB6-6B09-3329-960092D37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271" y="2330264"/>
            <a:ext cx="5029458" cy="228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C7F493-685F-C60F-8742-D6206347E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0666" y="2594108"/>
            <a:ext cx="3435527" cy="28385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7741B3F-5BAD-2D4E-4E1D-DC2E41C61A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0626" y="2594108"/>
            <a:ext cx="2952902" cy="25845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5A581C3-8023-C812-30AA-4265C6FC24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3356" y="5124713"/>
            <a:ext cx="4234022" cy="17990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129437-5178-C76E-232C-3DF816101E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0666" y="5603849"/>
            <a:ext cx="5023108" cy="9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32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8C7F-828E-08BC-07F3-69FC51C8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E681CFA-3A19-966F-4D11-6142DE71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99312" cy="24893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D8A0A87-6154-3228-01CE-734E76F03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89328"/>
            <a:ext cx="5169166" cy="22353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D853AE-6298-0BEC-20C5-CB35F39A5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516" y="47592"/>
            <a:ext cx="5219968" cy="12891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1B36CFB-F879-3DC4-8B4F-64C8CCA25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294" y="1336708"/>
            <a:ext cx="3427825" cy="19081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924BA35-AD7E-C252-9D23-3848BA103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294" y="3244850"/>
            <a:ext cx="4207012" cy="14797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F66FE0-D706-F3FC-1918-572751A046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02" y="4800843"/>
            <a:ext cx="3092648" cy="19559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F42A2E-5334-8B80-C4E3-67F9FF15E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4147" y="4800843"/>
            <a:ext cx="5169166" cy="19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37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3C9B6-5101-184A-04CC-B7AFFCC7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312A60F-EE50-4CF2-2117-CF5E1DD87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6465" cy="22226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D9FF6BF-F7EB-EE8D-F438-88C4EAA03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55" y="95201"/>
            <a:ext cx="2203563" cy="18796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9C8F4E-C19C-AE52-C60A-B9C63DEFD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36" y="2222614"/>
            <a:ext cx="5334274" cy="17971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1A52052-C900-0659-517F-39CDD5F47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3" y="4263968"/>
            <a:ext cx="5016758" cy="22035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8F6583-4438-B1B8-B326-E0EFB55EA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946" y="1974898"/>
            <a:ext cx="5200917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7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38B4-A43F-4144-FFE3-7B5D6D4F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5E9F01C-2137-72F1-01D3-D7F42268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1" y="98356"/>
            <a:ext cx="5004057" cy="267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8464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0</Words>
  <Application>Microsoft Office PowerPoint</Application>
  <PresentationFormat>宽屏</PresentationFormat>
  <Paragraphs>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5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栾智健</dc:creator>
  <cp:lastModifiedBy>智健 栾</cp:lastModifiedBy>
  <cp:revision>14</cp:revision>
  <dcterms:created xsi:type="dcterms:W3CDTF">2023-08-09T12:44:00Z</dcterms:created>
  <dcterms:modified xsi:type="dcterms:W3CDTF">2026-06-14T13:27:52Z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